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Berkshire Swash"/>
      <p:regular r:id="rId20"/>
    </p:embeddedFont>
    <p:embeddedFont>
      <p:font typeface="Merriweath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erkshireSwash-regular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.fntdata"/><Relationship Id="rId10" Type="http://schemas.openxmlformats.org/officeDocument/2006/relationships/slide" Target="slides/slide5.xml"/><Relationship Id="rId21" Type="http://schemas.openxmlformats.org/officeDocument/2006/relationships/font" Target="fonts/Merriweather-regular.fntdata"/><Relationship Id="rId13" Type="http://schemas.openxmlformats.org/officeDocument/2006/relationships/slide" Target="slides/slide8.xml"/><Relationship Id="rId24" Type="http://schemas.openxmlformats.org/officeDocument/2006/relationships/font" Target="fonts/Merriweather-boldItalic.fntdata"/><Relationship Id="rId12" Type="http://schemas.openxmlformats.org/officeDocument/2006/relationships/slide" Target="slides/slide7.xml"/><Relationship Id="rId23" Type="http://schemas.openxmlformats.org/officeDocument/2006/relationships/font" Target="fonts/Merriweath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b29cabaf9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3b29cabaf9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3b29cabaf9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3b29cabaf9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b29cabaf9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b29cabaf9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b29cabaf9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b29cabaf9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b29cabaf9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b29cabaf9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b29cabaf9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b29cabaf9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b29cabaf9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3b29cabaf9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b29cabaf9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3b29cabaf9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b29cabaf9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b29cabaf9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Title:</a:t>
            </a:r>
            <a:r>
              <a:rPr lang="en-GB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AI-Powered Medical Diagnosis System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37"/>
            <a:ext cx="5595300" cy="17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Subtitle: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Streamlit-Based Solution for AI-Powered Healthcare</a:t>
            </a:r>
            <a:b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Presented by: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Jinisha Bose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85206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-GB" sz="3490">
                <a:latin typeface="Arial"/>
                <a:ea typeface="Arial"/>
                <a:cs typeface="Arial"/>
                <a:sym typeface="Arial"/>
              </a:rPr>
              <a:t>Introduction</a:t>
            </a:r>
            <a:endParaRPr b="1" sz="3490">
              <a:latin typeface="Arial"/>
              <a:ea typeface="Arial"/>
              <a:cs typeface="Arial"/>
              <a:sym typeface="Arial"/>
            </a:endParaRPr>
          </a:p>
          <a:p>
            <a:pPr indent="-36131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90"/>
              <a:buFont typeface="Arial"/>
              <a:buChar char="●"/>
            </a:pPr>
            <a:r>
              <a:rPr b="1" lang="en-GB" sz="209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Overview of AI in Healthcare</a:t>
            </a:r>
            <a:r>
              <a:rPr lang="en-GB" sz="209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AI is transforming the healthcare industry by enabling faster and more accurate diagnoses. Machine learning models analyze patient data to detect diseases early.</a:t>
            </a:r>
            <a:endParaRPr sz="209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3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90"/>
              <a:buFont typeface="Arial"/>
              <a:buChar char="●"/>
            </a:pPr>
            <a:r>
              <a:rPr b="1" lang="en-GB" sz="209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Importance of Early Disease Detection</a:t>
            </a:r>
            <a:r>
              <a:rPr lang="en-GB" sz="209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Early diagnosis can save lives by allowing timely treatment, reducing complications, and improving patient outcomes.</a:t>
            </a:r>
            <a:endParaRPr sz="209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3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90"/>
              <a:buFont typeface="Arial"/>
              <a:buChar char="●"/>
            </a:pPr>
            <a:r>
              <a:rPr b="1" lang="en-GB" sz="209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AI Can Improve Diagnosis Speed &amp; Accuracy</a:t>
            </a:r>
            <a:r>
              <a:rPr lang="en-GB" sz="209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AI-powered models process vast amounts of medical data instantly, minimizing human errors and enhancing decision-making.</a:t>
            </a:r>
            <a:endParaRPr sz="209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B5776"/>
            </a:gs>
            <a:gs pos="100000">
              <a:srgbClr val="1A1D2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-GB" sz="209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1" sz="2090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31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FEFEF"/>
              </a:buClr>
              <a:buSzPts val="2090"/>
              <a:buFont typeface="Arial"/>
              <a:buChar char="●"/>
            </a:pPr>
            <a:r>
              <a:rPr b="1" lang="en-GB" sz="209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Traditional Diagnosis Methods Rely on Manual Assessments</a:t>
            </a:r>
            <a:r>
              <a:rPr lang="en-GB" sz="209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: Doctors rely on experience and medical tests, which can be time-consuming and prone to human error.</a:t>
            </a:r>
            <a:endParaRPr sz="2090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3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090"/>
              <a:buFont typeface="Arial"/>
              <a:buChar char="●"/>
            </a:pPr>
            <a:r>
              <a:rPr b="1" lang="en-GB" sz="209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Lack of Healthcare Professionals in Certain Regions</a:t>
            </a:r>
            <a:r>
              <a:rPr lang="en-GB" sz="209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: Rural and underserved areas often have limited access to specialized doctors, delaying critical diagnoses.</a:t>
            </a:r>
            <a:endParaRPr sz="2090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3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090"/>
              <a:buFont typeface="Arial"/>
              <a:buChar char="●"/>
            </a:pPr>
            <a:r>
              <a:rPr b="1" lang="en-GB" sz="209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Subjective Nature Leading to Misdiagnosis</a:t>
            </a:r>
            <a:r>
              <a:rPr lang="en-GB" sz="209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: Diagnoses can vary based on the doctor’s expertise, increasing the chances of incorrect assessments.</a:t>
            </a:r>
            <a:endParaRPr sz="2090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090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-289250"/>
            <a:ext cx="7979400" cy="52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Proposed Solution</a:t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b="1"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AI-driven Disease Prediction Using Machine Learning</a:t>
            </a: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Our system leverages AI models such as Random Forest and SVM to analyze symptoms and provide disease predictions.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b="1"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User-friendly Web Interface (Streamlit)</a:t>
            </a: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 simple and interactive web application allows users to input symptoms and receive AI-based diagnosis suggestions.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b="1"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Real-time Disease Prediction Based on Symptoms</a:t>
            </a: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system processes patient data instantly, offering quick and efficient preliminary diagnoses.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642275"/>
            <a:ext cx="8520600" cy="3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Slide 5: Technologies Used</a:t>
            </a:r>
            <a:endParaRPr b="1" sz="22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1"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Programming Language:</a:t>
            </a: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Python 3.x is used due to its extensive AI and machine learning libraries.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1"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Libraries:</a:t>
            </a: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TensorFlow, Scikit-learn, Pandas, NumPy are utilized for data processing, model training, and evaluation.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1"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Frameworks:</a:t>
            </a: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Streamlit enables an interactive web-based interface, while Flask can be integrated for API deployment.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1"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Database:</a:t>
            </a: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SQLite can be used for storing patient records and diagnostic data if necessary.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26170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-GB" sz="219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Slide 6: System Architecture</a:t>
            </a:r>
            <a:endParaRPr b="1" sz="219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6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0"/>
              <a:buFont typeface="Arial"/>
              <a:buChar char="●"/>
            </a:pPr>
            <a:r>
              <a:rPr b="1" lang="en-GB" sz="2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Collection and Preprocessing</a:t>
            </a:r>
            <a:r>
              <a:rPr lang="en-GB" sz="2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system gathers patient data, cleans it, and selects relevant features for model training.</a:t>
            </a:r>
            <a:endParaRPr sz="219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6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0"/>
              <a:buFont typeface="Arial"/>
              <a:buChar char="●"/>
            </a:pPr>
            <a:r>
              <a:rPr b="1" lang="en-GB" sz="2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Model Training</a:t>
            </a:r>
            <a:r>
              <a:rPr lang="en-GB" sz="2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AI models are trained using structured symptom-based datasets to ensure accurate predictions.</a:t>
            </a:r>
            <a:endParaRPr sz="219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6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0"/>
              <a:buFont typeface="Arial"/>
              <a:buChar char="●"/>
            </a:pPr>
            <a:r>
              <a:rPr b="1" lang="en-GB" sz="2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Application UI for Symptom Input</a:t>
            </a:r>
            <a:r>
              <a:rPr lang="en-GB" sz="2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Streamlit interface allows users to input symptoms, which are processed by the trained model.</a:t>
            </a:r>
            <a:endParaRPr sz="219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6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0"/>
              <a:buFont typeface="Arial"/>
              <a:buChar char="●"/>
            </a:pPr>
            <a:r>
              <a:rPr b="1" lang="en-GB" sz="2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Results Display with Probability Scores</a:t>
            </a:r>
            <a:r>
              <a:rPr lang="en-GB" sz="2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system provides an instant diagnosis with confidence scores for better decision-making.</a:t>
            </a:r>
            <a:endParaRPr sz="219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25" y="700300"/>
            <a:ext cx="8520600" cy="29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Slide 7: Implementation &amp; Results</a:t>
            </a:r>
            <a:endParaRPr b="1" sz="23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●"/>
            </a:pPr>
            <a:r>
              <a:rPr b="1" lang="en-GB"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Disease Prediction Based on Patient Symptoms</a:t>
            </a:r>
            <a:r>
              <a:rPr lang="en-GB"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Users input their symptoms, and the AI model predicts potential diseases.</a:t>
            </a:r>
            <a:endParaRPr sz="23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●"/>
            </a:pPr>
            <a:r>
              <a:rPr b="1" lang="en-GB"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AI Models Used</a:t>
            </a:r>
            <a:r>
              <a:rPr lang="en-GB"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The system incorporates Random Forest, SVM, and Logistic Regression for high-accuracy predictions.</a:t>
            </a:r>
            <a:endParaRPr sz="23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●"/>
            </a:pPr>
            <a:r>
              <a:rPr b="1" lang="en-GB"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Accuracy and Performance Evaluation</a:t>
            </a:r>
            <a:r>
              <a:rPr lang="en-GB"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The models are trained and tested on medical datasets, achieving promising results in disease detection.</a:t>
            </a:r>
            <a:endParaRPr sz="23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69667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Slide 8: Future Scope</a:t>
            </a:r>
            <a:endParaRPr b="1" sz="21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861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of Deep Learning (CNN, LSTM)</a:t>
            </a: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Advanced deep learning techniques can improve the accuracy and reliability of diagnoses.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86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Expansion to Cover More Diseases</a:t>
            </a: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system can be extended to predict a broader range of medical conditions, including rare diseases.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86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Monitoring Using Wearable Devices</a:t>
            </a: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Integrating IoT-based health monitoring can provide continuous data collection for real-time insights.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86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Integration for Text/Audio-based Diagnosis</a:t>
            </a: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AI-driven natural language processing can interpret patient descriptions and voice inputs for better diagnosis.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77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65317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-GB" sz="249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Slide 9: Conclusion</a:t>
            </a:r>
            <a:endParaRPr b="1" sz="249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01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90"/>
              <a:buFont typeface="Arial"/>
              <a:buChar char="●"/>
            </a:pPr>
            <a:r>
              <a:rPr b="1" lang="en-GB" sz="2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Improves Diagnosis Efficiency and Accessibility</a:t>
            </a:r>
            <a:r>
              <a:rPr lang="en-GB" sz="2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system enhances healthcare services by offering fast and reliable preliminary diagnoses.</a:t>
            </a:r>
            <a:endParaRPr sz="229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0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0"/>
              <a:buFont typeface="Arial"/>
              <a:buChar char="●"/>
            </a:pPr>
            <a:r>
              <a:rPr b="1" lang="en-GB" sz="2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Faster, More Accurate, and Scalable Healthcare Solutions</a:t>
            </a:r>
            <a:r>
              <a:rPr lang="en-GB" sz="2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AI-powered diagnostics reduce waiting times and improve patient care.</a:t>
            </a:r>
            <a:endParaRPr sz="229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0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0"/>
              <a:buFont typeface="Arial"/>
              <a:buChar char="●"/>
            </a:pPr>
            <a:r>
              <a:rPr b="1" lang="en-GB" sz="2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Enhancements Will Further Revolutionize the Medical Field</a:t>
            </a:r>
            <a:r>
              <a:rPr lang="en-GB" sz="2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Continuous AI advancements will make healthcare more predictive, personalized, and proactive.</a:t>
            </a:r>
            <a:endParaRPr sz="229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-GB" sz="3590">
                <a:solidFill>
                  <a:schemeClr val="accent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Thank You!</a:t>
            </a:r>
            <a:endParaRPr b="1" sz="3590">
              <a:solidFill>
                <a:schemeClr val="accent3"/>
              </a:solidFill>
              <a:latin typeface="Berkshire Swash"/>
              <a:ea typeface="Berkshire Swash"/>
              <a:cs typeface="Berkshire Swash"/>
              <a:sym typeface="Berkshire Swash"/>
            </a:endParaRPr>
          </a:p>
          <a:p>
            <a:pPr indent="-38671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90"/>
              <a:buFont typeface="Arial"/>
              <a:buChar char="●"/>
            </a:pPr>
            <a:r>
              <a:rPr b="1" lang="en-GB" sz="24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r>
              <a:rPr lang="en-GB" sz="24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Jinisha Bose</a:t>
            </a:r>
            <a:endParaRPr sz="249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67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0"/>
              <a:buFont typeface="Arial"/>
              <a:buChar char="●"/>
            </a:pPr>
            <a:r>
              <a:rPr b="1" lang="en-GB" sz="24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for Questions</a:t>
            </a:r>
            <a:r>
              <a:rPr lang="en-GB" sz="24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Feel free to ask about the project, methodology, and future possibilities.</a:t>
            </a:r>
            <a:endParaRPr sz="249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1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